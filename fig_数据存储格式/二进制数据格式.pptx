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711D1-DCF9-498A-9E52-E868C44CE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70AC7F-F3C8-46FB-9F35-0E1414E49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EBC84D-2ABA-46F7-A184-7822F4BE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7BB-7A47-438B-9394-FDEF6E5A9B6B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8BAF9F-BCD9-4173-AB8E-C3FF24007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463F67-9E61-44F5-BE47-7C71E548F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9721-93CA-41BA-9296-0547E60D4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8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D407C-36A5-48BB-8722-38F4E4ABC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862529-9377-4B88-985D-C9F4A4575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341129-77FD-4EA4-865B-0E452571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7BB-7A47-438B-9394-FDEF6E5A9B6B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3AE484-7ABF-462C-801D-40CA96ECE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B6E08E-CAF5-4C2F-996A-A173D454B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9721-93CA-41BA-9296-0547E60D4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4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A6341-6F59-4952-891A-24C9F9842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E4B412-F8D0-48E2-95C3-32692B4A3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2E613E-6A9C-4E6D-92B0-031D79F7A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7BB-7A47-438B-9394-FDEF6E5A9B6B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2942A6-4C0A-4472-8D79-A658A9D5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E29870-EFE7-4867-B884-7438784DC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9721-93CA-41BA-9296-0547E60D4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762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128B1-3B8D-4197-8019-554C6ECB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9D5781-F64B-4FA3-A1C5-98FE50682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0FCE4F-38AC-400F-824A-281F01AFB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0E8585-075F-4285-93C3-D3238E9E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7BB-7A47-438B-9394-FDEF6E5A9B6B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CB357C-919F-46F2-A272-FEA2B4236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F3F517-DCF6-4DC6-B3E2-8B23B3FFB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9721-93CA-41BA-9296-0547E60D4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70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086EB-12F9-47DA-9D48-DA7F3294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768585-4DA9-434A-B28A-B99775B35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BC6B8-D0D1-4D61-B44F-9CCDFD63A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9938383-892F-4F91-BF1F-29E85F5C74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2A6044-C215-46AE-B582-D22D7CAA8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6130DB-A027-48A5-A921-C2D8DAE7F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7BB-7A47-438B-9394-FDEF6E5A9B6B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B151A15-65AF-4567-900E-92F89F5B0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832388-5E5C-46FB-9BC5-A52B67CF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9721-93CA-41BA-9296-0547E60D4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65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B826C-DDC3-4F82-BB56-8F581EEB6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2E2BBB-5E09-4C19-AD48-404F9C29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7BB-7A47-438B-9394-FDEF6E5A9B6B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A9D7ED-2056-4634-BCDE-1BD2A0B0E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465DB5-EF96-4E0A-8E6A-520EB583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9721-93CA-41BA-9296-0547E60D4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083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B4CC13-D4BC-4B80-8395-1FA760412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7BB-7A47-438B-9394-FDEF6E5A9B6B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30F508-7060-4059-BAA5-D6A2ACAF5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2935BE-4A8E-4EF1-B9BB-AA6AA1F4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9721-93CA-41BA-9296-0547E60D4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58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A5B2B-6833-42F3-899A-CEC596275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3DA700-05BB-40FB-A158-C2B9912F2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73CC04-4F07-47C1-BEF5-5D12AD6B1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1CB8D9-22CB-410C-A6CA-FF209B502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7BB-7A47-438B-9394-FDEF6E5A9B6B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7ECEF8-3F89-4173-BBA7-9E0D558B0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91CB81-3B03-4153-B646-0A804801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9721-93CA-41BA-9296-0547E60D4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623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EC9A4-48E9-480B-A57D-4DE93A6D6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41CB917-B140-434D-BFEB-6BFA9EC9AC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AA0471-9B12-4483-AF0A-BF929B46D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5EBDFA-099A-4A50-AF6B-ECC42F6E2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7BB-7A47-438B-9394-FDEF6E5A9B6B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A2CF16-2CD8-457D-8B44-D82055BCE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06281E-C76B-435F-8437-CC4034970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9721-93CA-41BA-9296-0547E60D4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92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745C5B-AA68-4E2E-993C-51B68E219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13C3CF-5296-4989-91B3-9155CC331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F02509-954D-447E-B1A6-3A3C237B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7BB-7A47-438B-9394-FDEF6E5A9B6B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463EE9-F4B8-49AE-862A-F6DDBD725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76FEEB-DE2F-4909-A94C-53DDF2C16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9721-93CA-41BA-9296-0547E60D4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680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68D81B-FBC9-4D3F-96C8-29CB5677E6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6FDAC1-E81A-433F-A31D-288ED3B34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0778DD-A08C-4C91-8AE6-E86236283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7BB-7A47-438B-9394-FDEF6E5A9B6B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AD8761-B5C9-423C-9037-84CFFCDE4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F1F7F3-0F64-4B23-9CCA-07F71A1D7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9721-93CA-41BA-9296-0547E60D4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345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409160-ADE9-45C8-9216-710625D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D20672-9844-4221-A327-589744509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7AA848-570E-4D30-AB6B-81DC11E5F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FB7BB-7A47-438B-9394-FDEF6E5A9B6B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0F1465-0AEF-403F-B57F-ECFFF7B82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7AB60C-0968-4FEF-949E-9803C6C69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89721-93CA-41BA-9296-0547E60D4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06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E0991B62-CE20-49F5-8294-021DE0C1BB38}"/>
              </a:ext>
            </a:extLst>
          </p:cNvPr>
          <p:cNvGrpSpPr/>
          <p:nvPr/>
        </p:nvGrpSpPr>
        <p:grpSpPr>
          <a:xfrm>
            <a:off x="1363018" y="1209144"/>
            <a:ext cx="9845579" cy="3310605"/>
            <a:chOff x="1363018" y="1209144"/>
            <a:chExt cx="9845579" cy="3310605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729018E-C5E0-4075-91C9-D9A997DE9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3018" y="2007429"/>
              <a:ext cx="9845579" cy="2512320"/>
            </a:xfrm>
            <a:prstGeom prst="rect">
              <a:avLst/>
            </a:prstGeom>
          </p:spPr>
        </p:pic>
        <p:sp>
          <p:nvSpPr>
            <p:cNvPr id="6" name="左大括号 5">
              <a:extLst>
                <a:ext uri="{FF2B5EF4-FFF2-40B4-BE49-F238E27FC236}">
                  <a16:creationId xmlns:a16="http://schemas.microsoft.com/office/drawing/2014/main" id="{776D7F27-29A9-4647-AE43-F830345E6A94}"/>
                </a:ext>
              </a:extLst>
            </p:cNvPr>
            <p:cNvSpPr/>
            <p:nvPr/>
          </p:nvSpPr>
          <p:spPr>
            <a:xfrm rot="5400000">
              <a:off x="6109619" y="-3075790"/>
              <a:ext cx="336620" cy="982982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FCF8D13-B250-4839-8868-96A8DDBFD320}"/>
                </a:ext>
              </a:extLst>
            </p:cNvPr>
            <p:cNvSpPr txBox="1"/>
            <p:nvPr/>
          </p:nvSpPr>
          <p:spPr>
            <a:xfrm>
              <a:off x="5721532" y="1209144"/>
              <a:ext cx="1463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/>
                <a:t>4 bytes</a:t>
              </a:r>
              <a:endParaRPr lang="zh-CN" alt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2392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广宏范</dc:creator>
  <cp:lastModifiedBy>广宏范</cp:lastModifiedBy>
  <cp:revision>2</cp:revision>
  <dcterms:created xsi:type="dcterms:W3CDTF">2020-06-05T14:05:52Z</dcterms:created>
  <dcterms:modified xsi:type="dcterms:W3CDTF">2020-06-05T14:08:52Z</dcterms:modified>
</cp:coreProperties>
</file>