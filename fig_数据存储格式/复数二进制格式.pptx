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3" d="100"/>
          <a:sy n="73" d="100"/>
        </p:scale>
        <p:origin x="618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7CCEBD6-2BA7-460D-A0FC-F50AA9492285}" type="datetimeFigureOut">
              <a:rPr lang="zh-CN" altLang="en-US" smtClean="0"/>
              <a:t>2020/6/5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C7777F9-81B6-4AF1-A866-3F9F5510964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728803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B1B4069-56DB-4FE1-AFD7-53E204AE11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7B5B352-A861-4087-8551-8AD6145C344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6A4E313-0F4C-44F1-928E-9930F87660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DFC67D-5390-4887-9094-0AEF097AA59F}" type="datetimeFigureOut">
              <a:rPr lang="zh-CN" altLang="en-US" smtClean="0"/>
              <a:t>2020/6/5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6F9E095-1AB9-4F4C-8D3A-B7901A086E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23CE76-8F41-4F6C-8F8A-615782D359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C3EFCC-23B1-4FE9-B8D4-1F8FD4998F8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019733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0CFB703-70CF-4AC0-A1F0-D34D4A39F8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DCDAD35-3464-479A-AFA6-8B6CA78AF1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BBE9A96-DCA9-4F6E-A792-768C44055B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DFC67D-5390-4887-9094-0AEF097AA59F}" type="datetimeFigureOut">
              <a:rPr lang="zh-CN" altLang="en-US" smtClean="0"/>
              <a:t>2020/6/5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25580DC-718F-4BD3-8FB6-1E326A4677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FDAA1B6-0D6B-42AE-9AA4-A821578564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C3EFCC-23B1-4FE9-B8D4-1F8FD4998F8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836544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10CD7B5-8EFF-4A47-991E-D94AEE57F6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2108B78-FD12-454D-A2E5-F55B35BABB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F222FA4-3340-4313-A270-D790EB2D38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DFC67D-5390-4887-9094-0AEF097AA59F}" type="datetimeFigureOut">
              <a:rPr lang="zh-CN" altLang="en-US" smtClean="0"/>
              <a:t>2020/6/5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5AD2E9F-6D59-4E54-9654-7C8155BE70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24A7384-45A6-4329-9E4A-70A5F1901A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C3EFCC-23B1-4FE9-B8D4-1F8FD4998F8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33627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B1ACE23-CE68-41C4-8363-A291FDFB30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652ADD2-892F-49E3-B0C1-DEF65E5FA2C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F0604AF-5B89-4F61-A695-CE6A68CE27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2A6BF50-5EE9-4C79-9EDE-DD59D13CB7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DFC67D-5390-4887-9094-0AEF097AA59F}" type="datetimeFigureOut">
              <a:rPr lang="zh-CN" altLang="en-US" smtClean="0"/>
              <a:t>2020/6/5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3084674-2425-456D-8D86-7236B4EE28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6439DD8-FA38-4F36-8F08-612F96DA6F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C3EFCC-23B1-4FE9-B8D4-1F8FD4998F8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917713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E4014D9-AD06-4D61-A7FD-665A075BD0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BDAD221-E294-460F-99B8-19E793FD66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A4A23B5-62F1-47F7-9363-478A959167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F93F099A-6C2E-43BB-93F1-7F5F5AE4BE2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2B27321-6CE8-4ACC-A4F2-496C3A82006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BDB6C655-4933-49BD-97F6-1BCBD45204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DFC67D-5390-4887-9094-0AEF097AA59F}" type="datetimeFigureOut">
              <a:rPr lang="zh-CN" altLang="en-US" smtClean="0"/>
              <a:t>2020/6/5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2EFB70EB-9B6D-4D83-8ABD-ED979B018C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6ED364AB-8A6D-4725-89AC-C823D4CE63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C3EFCC-23B1-4FE9-B8D4-1F8FD4998F8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926985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4FF0739-3AB8-4465-A5CE-331D5D9903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0ED7016B-F451-4F2B-89DB-E0B5A85B93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DFC67D-5390-4887-9094-0AEF097AA59F}" type="datetimeFigureOut">
              <a:rPr lang="zh-CN" altLang="en-US" smtClean="0"/>
              <a:t>2020/6/5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E10FF707-952C-48EC-8A37-9605BF3330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18BE7AB-7BB3-405C-95EB-E61D4D797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C3EFCC-23B1-4FE9-B8D4-1F8FD4998F8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189402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34B44093-BCDE-4900-853D-84FF558392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DFC67D-5390-4887-9094-0AEF097AA59F}" type="datetimeFigureOut">
              <a:rPr lang="zh-CN" altLang="en-US" smtClean="0"/>
              <a:t>2020/6/5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F1FCB635-D579-44E2-9820-ADD3E1D17C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2D5CBF6-174A-48D1-AA0F-279F87528C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C3EFCC-23B1-4FE9-B8D4-1F8FD4998F8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734153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E8C5BA6-0EC4-422E-AEE2-0009E0EBF0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C990CC4-475B-4CB6-918E-D24DD69A1D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02187AA-08A3-4AA1-8485-F45F039C15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610015E-16F1-449C-85DB-CD536D3F2C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DFC67D-5390-4887-9094-0AEF097AA59F}" type="datetimeFigureOut">
              <a:rPr lang="zh-CN" altLang="en-US" smtClean="0"/>
              <a:t>2020/6/5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EBE5307-51B6-4DB9-9056-0DA6522AB3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E0A74C6-C1FE-4C95-A5B7-DE60EB2B17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C3EFCC-23B1-4FE9-B8D4-1F8FD4998F8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984104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E6E16B3-C393-4CBA-91A0-C7FDD1CDDE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DA93E661-ED8E-4A2C-B45D-4C2B7F8BF8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BAEBAED-1F9E-483F-AC6E-51151917B3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A03B8A-3230-4347-8605-26E3CC7342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DFC67D-5390-4887-9094-0AEF097AA59F}" type="datetimeFigureOut">
              <a:rPr lang="zh-CN" altLang="en-US" smtClean="0"/>
              <a:t>2020/6/5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FC18BE7-981F-4304-83BB-F58B8F8BE9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72809E6-4AD7-4BC1-A920-D6B02ABC35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C3EFCC-23B1-4FE9-B8D4-1F8FD4998F8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09937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74A90B0-17DA-4F49-8BDF-E57FC3CB87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AC68AB4-786C-47F3-B03B-DE3773C81E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4DB6A1B-C91A-457F-BDD8-4AA9675A61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DFC67D-5390-4887-9094-0AEF097AA59F}" type="datetimeFigureOut">
              <a:rPr lang="zh-CN" altLang="en-US" smtClean="0"/>
              <a:t>2020/6/5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A5E5F98-8E8B-4FD8-9087-15A5BF67B3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5312BED-A8D9-4F5A-8995-4D3ECC65BD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C3EFCC-23B1-4FE9-B8D4-1F8FD4998F8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990595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2EB36CB4-F645-422A-9CAC-B61BCFC1F57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EB143A0-8406-42CE-9EBE-B5F5C084C8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3B55C54-87F0-4A83-BE82-4934E79FF3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DFC67D-5390-4887-9094-0AEF097AA59F}" type="datetimeFigureOut">
              <a:rPr lang="zh-CN" altLang="en-US" smtClean="0"/>
              <a:t>2020/6/5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8283E9E-ED9D-4C60-A19C-DBF2776B43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98944B4-309D-4903-851D-36DDDFEFAF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C3EFCC-23B1-4FE9-B8D4-1F8FD4998F8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514196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C8081518-B91B-4F6F-8F0C-B13B77A6BD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008E07F-AB6A-4759-BBE9-2C0F734E2E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DA659AF-4726-4A31-8960-9125CAD3C1F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DFC67D-5390-4887-9094-0AEF097AA59F}" type="datetimeFigureOut">
              <a:rPr lang="zh-CN" altLang="en-US" smtClean="0"/>
              <a:t>2020/6/5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999879E-F5F9-4056-BB29-9EA4244681F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45AF6FB-0902-4FBB-AC50-AFBABC066C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C3EFCC-23B1-4FE9-B8D4-1F8FD4998F8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41346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4">
            <a:extLst>
              <a:ext uri="{FF2B5EF4-FFF2-40B4-BE49-F238E27FC236}">
                <a16:creationId xmlns:a16="http://schemas.microsoft.com/office/drawing/2014/main" id="{A400B678-2715-4B93-B061-B57B999E74C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9526429"/>
              </p:ext>
            </p:extLst>
          </p:nvPr>
        </p:nvGraphicFramePr>
        <p:xfrm>
          <a:off x="2031999" y="719665"/>
          <a:ext cx="3807098" cy="821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3549">
                  <a:extLst>
                    <a:ext uri="{9D8B030D-6E8A-4147-A177-3AD203B41FA5}">
                      <a16:colId xmlns:a16="http://schemas.microsoft.com/office/drawing/2014/main" val="1923157051"/>
                    </a:ext>
                  </a:extLst>
                </a:gridCol>
                <a:gridCol w="1903549">
                  <a:extLst>
                    <a:ext uri="{9D8B030D-6E8A-4147-A177-3AD203B41FA5}">
                      <a16:colId xmlns:a16="http://schemas.microsoft.com/office/drawing/2014/main" val="123243682"/>
                    </a:ext>
                  </a:extLst>
                </a:gridCol>
              </a:tblGrid>
              <a:tr h="82175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solidFill>
                            <a:schemeClr val="tx1"/>
                          </a:solidFill>
                        </a:rPr>
                        <a:t>8 bits</a:t>
                      </a:r>
                    </a:p>
                    <a:p>
                      <a:pPr algn="ctr"/>
                      <a:r>
                        <a:rPr lang="en-US" altLang="zh-CN" sz="2400" dirty="0">
                          <a:solidFill>
                            <a:schemeClr val="tx1"/>
                          </a:solidFill>
                        </a:rPr>
                        <a:t>real</a:t>
                      </a:r>
                      <a:endParaRPr lang="zh-CN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solidFill>
                            <a:schemeClr val="tx1"/>
                          </a:solidFill>
                        </a:rPr>
                        <a:t>8 bits</a:t>
                      </a:r>
                    </a:p>
                    <a:p>
                      <a:pPr algn="ctr"/>
                      <a:r>
                        <a:rPr lang="en-US" altLang="zh-CN" sz="2400" dirty="0" err="1">
                          <a:solidFill>
                            <a:schemeClr val="tx1"/>
                          </a:solidFill>
                        </a:rPr>
                        <a:t>imag</a:t>
                      </a:r>
                      <a:endParaRPr lang="zh-CN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9922993"/>
                  </a:ext>
                </a:extLst>
              </a:tr>
            </a:tbl>
          </a:graphicData>
        </a:graphic>
      </p:graphicFrame>
      <p:pic>
        <p:nvPicPr>
          <p:cNvPr id="7" name="图片 6">
            <a:extLst>
              <a:ext uri="{FF2B5EF4-FFF2-40B4-BE49-F238E27FC236}">
                <a16:creationId xmlns:a16="http://schemas.microsoft.com/office/drawing/2014/main" id="{A4CF926B-FAEA-4BA9-A1B1-24DB35AD77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81690" y="2974808"/>
            <a:ext cx="3828620" cy="9083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75170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6</Words>
  <Application>Microsoft Office PowerPoint</Application>
  <PresentationFormat>宽屏</PresentationFormat>
  <Paragraphs>4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广宏范</dc:creator>
  <cp:lastModifiedBy>广宏范</cp:lastModifiedBy>
  <cp:revision>1</cp:revision>
  <dcterms:created xsi:type="dcterms:W3CDTF">2020-06-05T14:11:05Z</dcterms:created>
  <dcterms:modified xsi:type="dcterms:W3CDTF">2020-06-05T14:14:41Z</dcterms:modified>
</cp:coreProperties>
</file>